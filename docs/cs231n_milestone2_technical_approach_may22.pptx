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58368"/>
            <a:ext cx="10881360" cy="5120640"/>
          </a:xfrm>
          <a:prstGeom prst="roundRect">
            <a:avLst/>
          </a:prstGeom>
          <a:solidFill>
            <a:srgbClr val="12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349240"/>
            <a:ext cx="10881360" cy="164592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51560"/>
            <a:ext cx="100584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Milestone 2 — Technical Approach</a:t>
            </a:r>
          </a:p>
          <a:p>
            <a:pPr>
              <a:defRPr sz="2400">
                <a:solidFill>
                  <a:srgbClr val="DBE7E5"/>
                </a:solidFill>
              </a:defRPr>
            </a:pPr>
            <a:r>
              <a:t>Action-Conditioned Video World Models for Long-Tail Driving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88036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Stanford CS231N, May 22, 2026</a:t>
            </a:r>
          </a:p>
          <a:p>
            <a:pPr>
              <a:spcAft>
                <a:spcPts val="7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Andrew Liang and Maleeka Raddygala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234440"/>
            <a:ext cx="108356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02412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C2732"/>
                </a:solidFill>
                <a:latin typeface="Aptos"/>
              </a:defRPr>
            </a:pPr>
            <a:r>
              <a:t>Build and evaluate a driving video world model that generates plausible future video conditioned on an ego action.</a:t>
            </a:r>
          </a:p>
          <a:p>
            <a:pPr>
              <a:spcAft>
                <a:spcPts val="700"/>
              </a:spcAft>
              <a:defRPr sz="2200">
                <a:solidFill>
                  <a:srgbClr val="1C2732"/>
                </a:solidFill>
                <a:latin typeface="Aptos"/>
              </a:defRPr>
            </a:pPr>
            <a:r>
              <a:t>The key question is not only whether the video looks realistic, but whether different actions produce meaningfully different futures.</a:t>
            </a:r>
          </a:p>
          <a:p>
            <a:pPr>
              <a:spcAft>
                <a:spcPts val="700"/>
              </a:spcAft>
              <a:defRPr sz="2200">
                <a:solidFill>
                  <a:srgbClr val="1C2732"/>
                </a:solidFill>
                <a:latin typeface="Aptos"/>
              </a:defRPr>
            </a:pPr>
            <a:r>
              <a:t>Target setting: long-tail driving scenarios from WOD-E2E, where rare situations matter more than average-case visual 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Core Hypothesis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234440"/>
            <a:ext cx="108356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02412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C2732"/>
                </a:solidFill>
                <a:latin typeface="Aptos"/>
              </a:defRPr>
            </a:pPr>
            <a:r>
              <a:t>Action-conditioned video world models fail if the base video prior is not aligned with driving dynamics.</a:t>
            </a:r>
          </a:p>
          <a:p>
            <a:pPr>
              <a:spcAft>
                <a:spcPts val="700"/>
              </a:spcAft>
              <a:defRPr sz="2200">
                <a:solidFill>
                  <a:srgbClr val="1C2732"/>
                </a:solidFill>
                <a:latin typeface="Aptos"/>
              </a:defRPr>
            </a:pPr>
            <a:r>
              <a:t>Our current hypothesis after the LTX experiments:</a:t>
            </a:r>
          </a:p>
          <a:p>
            <a:pPr>
              <a:spcAft>
                <a:spcPts val="700"/>
              </a:spcAft>
              <a:defRPr sz="2100">
                <a:solidFill>
                  <a:srgbClr val="12202A"/>
                </a:solidFill>
                <a:latin typeface="Aptos"/>
              </a:defRPr>
            </a:pPr>
            <a:r>
              <a:t>The base model pretraining may matter more than the action injection mechanism.</a:t>
            </a:r>
          </a:p>
          <a:p>
            <a:pPr>
              <a:spcAft>
                <a:spcPts val="700"/>
              </a:spcAft>
              <a:defRPr sz="2100">
                <a:solidFill>
                  <a:srgbClr val="12202A"/>
                </a:solidFill>
                <a:latin typeface="Aptos"/>
              </a:defRPr>
            </a:pPr>
            <a:r>
              <a:t>Aggregate video metrics can hide action-conditioning failures and visual collapse.</a:t>
            </a:r>
          </a:p>
          <a:p>
            <a:pPr>
              <a:spcAft>
                <a:spcPts val="700"/>
              </a:spcAft>
              <a:defRPr sz="2100">
                <a:solidFill>
                  <a:srgbClr val="12202A"/>
                </a:solidFill>
                <a:latin typeface="Aptos"/>
              </a:defRPr>
            </a:pPr>
            <a:r>
              <a:t>A useful evaluation must measure both video realism and action discriminability.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Dataset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Main dataset: WOD-E2E front-camera driving clips.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20 second Waymo-style scenarios at approximately 10 FPS.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Processed train set: 2,037 segments and 4,040 latent clips.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Processed validation set: 950 latent files.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Stored and trained through Modal volumes, including wod-e2e-latents.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Ego action is derived from future XY trajectories and kinematic features.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We focus on front-camera video because it directly matches the rollout view used for planning-style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Baselines Already Established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6634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Zero-shot LTX-Video 2B on WOD-E2E is our locked baseline.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Metrics from the CS231N repo: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This baseline gives a measurable floor for video realism and motion consistency before any driving-specific adaptation.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77840" y="1417320"/>
          <a:ext cx="60807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380"/>
                <a:gridCol w="3040380"/>
              </a:tblGrid>
              <a:tr h="57607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36576" marB="36576">
                    <a:solidFill>
                      <a:srgbClr val="12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54864" marR="54864" marT="36576" marB="36576">
                    <a:solidFill>
                      <a:srgbClr val="12202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FVD</a:t>
                      </a:r>
                    </a:p>
                  </a:txBody>
                  <a:tcPr marL="54864" marR="54864" marT="36576" marB="36576">
                    <a:solidFill>
                      <a:srgbClr val="E2E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1391.30</a:t>
                      </a:r>
                    </a:p>
                  </a:txBody>
                  <a:tcPr marL="54864" marR="54864" marT="36576" marB="36576">
                    <a:solidFill>
                      <a:srgbClr val="E2EEE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FID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89.28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AFE</a:t>
                      </a:r>
                    </a:p>
                  </a:txBody>
                  <a:tcPr marL="54864" marR="54864" marT="36576" marB="36576">
                    <a:solidFill>
                      <a:srgbClr val="E2E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7.84</a:t>
                      </a:r>
                    </a:p>
                  </a:txBody>
                  <a:tcPr marL="54864" marR="54864" marT="36576" marB="36576">
                    <a:solidFill>
                      <a:srgbClr val="E2EEE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Flow-warp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0.0159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What We Learned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Several LTX-based action-conditioning variants did not produce reliable driving rollouts.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LTX + AdaLN-Action + LoRA produced visually broken rollouts.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Lower-rank LoRA and Vista-style losses partially changed behavior but did not solve collapse.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Decoupled cross-attention failed in a similar way.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The failure pattern suggests the bottleneck is upstream of the conditioning mechanism.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Interpretation: an action interface cannot compensate for a weak driving-specific video prior.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Model Backbones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We use LTX-Video as the initial backbone because it supports image/video conditioning and efficient 2B-scale inference.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Current model roles: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LTX-Video 2B: primary zero-shot and adapter baseline.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LTX-Video 13B: larger-backbone comparison for longer-context rollouts.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Cosmos-Predict2.5-2B or Vista: pivot candidates with stronger driving/action pretraining.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The May 22 plan is to compare whether a driving-aligned base model improves action-conditioned future generation under matched adapter recipes.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Action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The action encoder maps future ego motion into a compact conditioning vector.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Input: future XY trajectory from WOD-E2E.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Derived features per timestep: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x position and y position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velocity x and velocity y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speed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heading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curvature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Encoder: 4-layer causal Transformer, 256-dimensional output, producing both pooled and sequence action embeddings.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Conditioning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We evaluate action injection mechanisms under matched compute and parameter budgets.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Primary mechanisms: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AdaLN-Action: widen the diffusion transformer AdaLN modulator with a 256-D action embedding.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Token prepend: add action tokens to the conditioning stream.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Decoupled cross-attention or AVID-style adapter: separate action path when the backbone supports it.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AdaLN-Action is initialized so the new action slice is zero at step 0, preserving pretrained behavior before action gradients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Proposed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  <a:latin typeface="Aptos"/>
              </a:defRPr>
            </a:pPr>
            <a:r>
              <a:t>Condition on observed driving context plus an explicit future ego command, then generate only the future continuation.</a:t>
            </a:r>
          </a:p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  <a:latin typeface="Aptos"/>
              </a:defRPr>
            </a:pPr>
            <a:r>
              <a:t>Training recipe: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Freeze most pretrained video model weights.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Train lightweight adapters or LoRA modules.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Inject action embeddings through AdaLN, token conditioning, or adapter paths.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Use WOD-E2E video-action pairs for supervised diffusion fine-tuning.</a:t>
            </a:r>
          </a:p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  <a:latin typeface="Aptos"/>
              </a:defRPr>
            </a:pPr>
            <a:r>
              <a:t>Inference protocol: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Provide observed context frames.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Provide a command such as go_forward or brake.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Generate a future horizon without regenerating the observed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Baseline 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6634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The central experimental comparison is: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Expected pattern: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Domain adaptation should improve visual metrics such as FVD/FID.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Action conditioning should improve AFE and action discriminability.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Driving-pretrained bases should reduce visual collapse and improve long-tail motion.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77840" y="1417320"/>
          <a:ext cx="60807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920"/>
                <a:gridCol w="2026920"/>
                <a:gridCol w="2026920"/>
              </a:tblGrid>
              <a:tr h="9601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36576" marB="36576">
                    <a:solidFill>
                      <a:srgbClr val="12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 action</a:t>
                      </a:r>
                    </a:p>
                  </a:txBody>
                  <a:tcPr marL="54864" marR="54864" marT="36576" marB="36576">
                    <a:solidFill>
                      <a:srgbClr val="122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Action-conditioned</a:t>
                      </a:r>
                    </a:p>
                  </a:txBody>
                  <a:tcPr marL="54864" marR="54864" marT="36576" marB="36576">
                    <a:solidFill>
                      <a:srgbClr val="1220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LTX base</a:t>
                      </a:r>
                    </a:p>
                  </a:txBody>
                  <a:tcPr marL="54864" marR="54864" marT="36576" marB="36576">
                    <a:solidFill>
                      <a:srgbClr val="E2E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zero-shot / LoRA-only</a:t>
                      </a:r>
                    </a:p>
                  </a:txBody>
                  <a:tcPr marL="54864" marR="54864" marT="36576" marB="36576">
                    <a:solidFill>
                      <a:srgbClr val="E2EE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LTX + action adapter</a:t>
                      </a:r>
                    </a:p>
                  </a:txBody>
                  <a:tcPr marL="54864" marR="54864" marT="36576" marB="36576">
                    <a:solidFill>
                      <a:srgbClr val="E2EEEB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Driving-pretrained base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zero-shot / adapter-only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2732"/>
                          </a:solidFill>
                          <a:latin typeface="Aptos"/>
                        </a:defRPr>
                      </a:pPr>
                      <a:r>
                        <a:t>Cosmos or Vista + action adapter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Temporal Drift and FPS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We added matched-duration FPS sweeps to isolate whether low FPS causes temporal drift.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Current branch includes five Waymo scenes at: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10 FPS: 33, 49, 81, and 105 input frames.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24 FPS: 81, 121, 193, and 257 input frames.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30 FPS: 105, 153, 241, and 321 input frames.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All frame counts satisfy the LTX constraint 8n + 1, and the generated future horizon is held near 4 seconds for side-by-side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Training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  <a:latin typeface="Aptos"/>
              </a:defRPr>
            </a:pPr>
            <a:r>
              <a:t>Compute platform: Modal with H100 or A100 instances, using the smallest GPU sufficient for each run.</a:t>
            </a:r>
          </a:p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  <a:latin typeface="Aptos"/>
              </a:defRPr>
            </a:pPr>
            <a:r>
              <a:t>Planned training controls: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Fixed train/validation split from WOD-E2E.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Fixed frame-count protocol compatible with LTX.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LoRA/adapters instead of full fine-tuning.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W&amp;B logging under the CS231N project.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Reusable evaluation script for every checkpoint.</a:t>
            </a:r>
          </a:p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  <a:latin typeface="Aptos"/>
              </a:defRPr>
            </a:pPr>
            <a:r>
              <a:t>Loss stack: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Diffusion denoising loss.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Optional dynamics and structure losses from Vista-style training.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Optional action-following auxiliary from visual motion estimates.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  <a:latin typeface="Aptos"/>
              </a:defRPr>
            </a:pPr>
            <a:r>
              <a:t>We evaluate three properties: realism, temporal consistency, and action relevance.</a:t>
            </a:r>
          </a:p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  <a:latin typeface="Aptos"/>
              </a:defRPr>
            </a:pPr>
            <a:r>
              <a:t>Core metrics: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FVD for video distribution quality.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FID for frame-level visual quality.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AFE for action-following error using flow or visual-odometry proxies.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Flow-warp consistency for temporal coherence.</a:t>
            </a:r>
          </a:p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  <a:latin typeface="Aptos"/>
              </a:defRPr>
            </a:pPr>
            <a:r>
              <a:t>Action-specific metrics: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Counterfactual divergence between different action prompts.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Discriminability curves over action perturbation magnitude.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Per-bucket WOD-E2E metrics for long-tail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Why This Should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The method separates three factors that are usually confounded.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Base video prior: LTX vs driving-pretrained alternatives.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Domain adaptation: no fine-tune vs LoRA/adapters.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Action interface: no action vs explicit action conditioning.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If action conditioning works, generated futures should separate under go_forward versus brake while preserving the same initial scene.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If the base model is the bottleneck, driving-pretrained models should outperform LTX even with similar adapter mechanisms.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Implementation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Completed or available in the repos: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WOD-E2E preprocessing and Modal latent storage.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Zero-shot LTX-2B baseline and evaluation harness.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Action encoder implementation.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AdaLN-Action implementation.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Modal inference scripts for LTX 2B and 13B.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Matched FPS and duration sweeps for 10, 24, and 30 FPS clips.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Local side-by-side comparison videos for FPS analysis.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Main branch used for recent artifacts: ltx-inference-scripts-for-cs231n.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Risks and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Risk: LTX action-conditioned rollouts remain visually broken.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Mitigation: treat this as evidence for the base-pretraining hypothesis and run the Cosmos/Vista pivot gate.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Risk: aggregate metrics miss qualitative failure.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Mitigation: report per-bucket metrics, action-discriminability curves, and visual failure galleries.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Risk: compute budget is tight.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Mitigation: run tiered smoke tests first, use adapters/LoRA, and avoid unnecessary multi-GPU jobs.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Near-Term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234440"/>
            <a:ext cx="108356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0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02412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C2732"/>
                </a:solidFill>
                <a:latin typeface="Aptos"/>
              </a:defRPr>
            </a:pPr>
            <a:r>
              <a:t>1. Finish the pivot viability gate: license check, checkpoint download, and smoke-test inference for Cosmos or Vista.</a:t>
            </a:r>
          </a:p>
          <a:p>
            <a:pPr>
              <a:spcAft>
                <a:spcPts val="700"/>
              </a:spcAft>
              <a:defRPr sz="2200">
                <a:solidFill>
                  <a:srgbClr val="1C2732"/>
                </a:solidFill>
                <a:latin typeface="Aptos"/>
              </a:defRPr>
            </a:pPr>
            <a:r>
              <a:t>2. Run zero-shot driving comparison on the same validation subset as LTX.</a:t>
            </a:r>
          </a:p>
          <a:p>
            <a:pPr>
              <a:spcAft>
                <a:spcPts val="700"/>
              </a:spcAft>
              <a:defRPr sz="2200">
                <a:solidFill>
                  <a:srgbClr val="1C2732"/>
                </a:solidFill>
                <a:latin typeface="Aptos"/>
              </a:defRPr>
            </a:pPr>
            <a:r>
              <a:t>3. Train the smallest action-conditioned adapter that passes the smoke test.</a:t>
            </a:r>
          </a:p>
          <a:p>
            <a:pPr>
              <a:spcAft>
                <a:spcPts val="700"/>
              </a:spcAft>
              <a:defRPr sz="2200">
                <a:solidFill>
                  <a:srgbClr val="1C2732"/>
                </a:solidFill>
                <a:latin typeface="Aptos"/>
              </a:defRPr>
            </a:pPr>
            <a:r>
              <a:t>4. Evaluate using FVD, FID, AFE, flow-warp, and action-discriminability.</a:t>
            </a:r>
          </a:p>
          <a:p>
            <a:pPr>
              <a:spcAft>
                <a:spcPts val="700"/>
              </a:spcAft>
              <a:defRPr sz="2200">
                <a:solidFill>
                  <a:srgbClr val="1C2732"/>
                </a:solidFill>
                <a:latin typeface="Aptos"/>
              </a:defRPr>
            </a:pPr>
            <a:r>
              <a:t>5. Assemble the final result around whether base pretraining or action injection is the dominant factor.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Deliverables for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Expected final outputs: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Technical method for action-conditioned video generation on WOD-E2E.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Baseline table comparing zero-shot, domain-adapted, and action-conditioned models.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Long-tail and action-discriminability evaluation.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Temporal/FPS drift analysis from matched 10 FPS, 24 FPS, and 30 FPS clips.</a:t>
            </a:r>
          </a:p>
          <a:p>
            <a:pPr>
              <a:spcAft>
                <a:spcPts val="700"/>
              </a:spcAft>
              <a:defRPr sz="1900">
                <a:solidFill>
                  <a:srgbClr val="12202A"/>
                </a:solidFill>
                <a:latin typeface="Aptos"/>
              </a:defRPr>
            </a:pPr>
            <a:r>
              <a:t>Reproducible Modal scripts, configs, and evaluation protocol.</a:t>
            </a:r>
          </a:p>
          <a:p>
            <a:pPr>
              <a:spcAft>
                <a:spcPts val="700"/>
              </a:spcAft>
              <a:defRPr sz="2000">
                <a:solidFill>
                  <a:srgbClr val="1C2732"/>
                </a:solidFill>
                <a:latin typeface="Aptos"/>
              </a:defRPr>
            </a:pPr>
            <a:r>
              <a:t>The final claim will be calibrated to the evidence: either a working action-conditioned world model, or a clear negative result showing why base-model pretraining dominates.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02A"/>
                </a:solidFill>
                <a:latin typeface="Aptos Display"/>
              </a:defRPr>
            </a:pPr>
            <a:r>
              <a:t>Source Repos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108813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  <a:latin typeface="Aptos"/>
              </a:defRPr>
            </a:pPr>
            <a:r>
              <a:t>Primary CS231N repo: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CS231N-proposal-v2.md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CS231N-plan.md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CS231N-checklist-v2.md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models/action_encoder.py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models/adaln_action.py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evaluate.py</a:t>
            </a:r>
          </a:p>
          <a:p>
            <a:pPr>
              <a:spcAft>
                <a:spcPts val="700"/>
              </a:spcAft>
              <a:defRPr sz="1800">
                <a:solidFill>
                  <a:srgbClr val="1C2732"/>
                </a:solidFill>
                <a:latin typeface="Aptos"/>
              </a:defRPr>
            </a:pPr>
            <a:r>
              <a:t>Current inference repo: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oneshot2B_test.py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internet_highfps_oneshot2B_test.py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local_30fps_waymo_oneshot2B_test.py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matched_fps_duration_go_forward_sweep.py</a:t>
            </a:r>
          </a:p>
          <a:p>
            <a:pPr>
              <a:spcAft>
                <a:spcPts val="700"/>
              </a:spcAft>
              <a:defRPr sz="1700">
                <a:solidFill>
                  <a:srgbClr val="12202A"/>
                </a:solidFill>
                <a:latin typeface="Aptos"/>
              </a:defRPr>
            </a:pPr>
            <a:r>
              <a:t>Base 10 FPS, 24 FPS, and 30 FPS clips for matched-duration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571"/>
                </a:solidFill>
              </a:defRPr>
            </a:pPr>
            <a:r>
              <a:t>CS231N Milestone 2 · May 22, 2026 · 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